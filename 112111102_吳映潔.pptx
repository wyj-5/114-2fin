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0" r:id="rId3"/>
    <p:sldId id="259" r:id="rId4"/>
    <p:sldId id="262" r:id="rId5"/>
    <p:sldId id="263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B8B6BF-D384-4909-ADE4-41FF50F4634E}" v="9" dt="2026-06-14T01:30:16.9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映潔 吳" userId="ce8478969c818b5d" providerId="LiveId" clId="{02718E11-8C50-4BF9-8911-C664F181BE0F}"/>
    <pc:docChg chg="undo custSel addSld delSld modSld sldOrd">
      <pc:chgData name="映潔 吳" userId="ce8478969c818b5d" providerId="LiveId" clId="{02718E11-8C50-4BF9-8911-C664F181BE0F}" dt="2026-06-14T04:30:12.701" v="784" actId="1076"/>
      <pc:docMkLst>
        <pc:docMk/>
      </pc:docMkLst>
      <pc:sldChg chg="addSp delSp modSp mod setBg">
        <pc:chgData name="映潔 吳" userId="ce8478969c818b5d" providerId="LiveId" clId="{02718E11-8C50-4BF9-8911-C664F181BE0F}" dt="2026-06-14T01:01:54.872" v="62"/>
        <pc:sldMkLst>
          <pc:docMk/>
          <pc:sldMk cId="1940510760" sldId="256"/>
        </pc:sldMkLst>
        <pc:spChg chg="add del mod">
          <ac:chgData name="映潔 吳" userId="ce8478969c818b5d" providerId="LiveId" clId="{02718E11-8C50-4BF9-8911-C664F181BE0F}" dt="2026-06-14T01:01:51.850" v="61" actId="207"/>
          <ac:spMkLst>
            <pc:docMk/>
            <pc:sldMk cId="1940510760" sldId="256"/>
            <ac:spMk id="2" creationId="{818132A7-9384-425F-AAB8-345885C5FFFD}"/>
          </ac:spMkLst>
        </pc:spChg>
        <pc:spChg chg="mod">
          <ac:chgData name="映潔 吳" userId="ce8478969c818b5d" providerId="LiveId" clId="{02718E11-8C50-4BF9-8911-C664F181BE0F}" dt="2026-06-14T01:01:51.850" v="61" actId="207"/>
          <ac:spMkLst>
            <pc:docMk/>
            <pc:sldMk cId="1940510760" sldId="256"/>
            <ac:spMk id="3" creationId="{95D43DE2-BEBC-8AAB-B48F-1B9B1C4C3145}"/>
          </ac:spMkLst>
        </pc:spChg>
        <pc:spChg chg="add mod">
          <ac:chgData name="映潔 吳" userId="ce8478969c818b5d" providerId="LiveId" clId="{02718E11-8C50-4BF9-8911-C664F181BE0F}" dt="2026-06-14T00:58:49.682" v="3"/>
          <ac:spMkLst>
            <pc:docMk/>
            <pc:sldMk cId="1940510760" sldId="256"/>
            <ac:spMk id="5" creationId="{C7FFDD88-788D-1203-9D0E-DB78005FFF24}"/>
          </ac:spMkLst>
        </pc:spChg>
        <pc:spChg chg="add del mod">
          <ac:chgData name="映潔 吳" userId="ce8478969c818b5d" providerId="LiveId" clId="{02718E11-8C50-4BF9-8911-C664F181BE0F}" dt="2026-06-14T01:00:15.947" v="24" actId="478"/>
          <ac:spMkLst>
            <pc:docMk/>
            <pc:sldMk cId="1940510760" sldId="256"/>
            <ac:spMk id="7" creationId="{B613ADA6-6325-23E9-FC17-B68580F8167F}"/>
          </ac:spMkLst>
        </pc:spChg>
        <pc:graphicFrameChg chg="add mod">
          <ac:chgData name="映潔 吳" userId="ce8478969c818b5d" providerId="LiveId" clId="{02718E11-8C50-4BF9-8911-C664F181BE0F}" dt="2026-06-14T00:58:48.182" v="2"/>
          <ac:graphicFrameMkLst>
            <pc:docMk/>
            <pc:sldMk cId="1940510760" sldId="256"/>
            <ac:graphicFrameMk id="4" creationId="{710099FB-E509-0626-3103-AA29086DE596}"/>
          </ac:graphicFrameMkLst>
        </pc:graphicFrameChg>
      </pc:sldChg>
      <pc:sldChg chg="new del">
        <pc:chgData name="映潔 吳" userId="ce8478969c818b5d" providerId="LiveId" clId="{02718E11-8C50-4BF9-8911-C664F181BE0F}" dt="2026-06-14T01:01:34.949" v="58" actId="47"/>
        <pc:sldMkLst>
          <pc:docMk/>
          <pc:sldMk cId="4117208725" sldId="257"/>
        </pc:sldMkLst>
      </pc:sldChg>
      <pc:sldChg chg="addSp delSp modSp add del mod">
        <pc:chgData name="映潔 吳" userId="ce8478969c818b5d" providerId="LiveId" clId="{02718E11-8C50-4BF9-8911-C664F181BE0F}" dt="2026-06-14T01:32:44.515" v="169" actId="47"/>
        <pc:sldMkLst>
          <pc:docMk/>
          <pc:sldMk cId="2934306591" sldId="258"/>
        </pc:sldMkLst>
        <pc:spChg chg="del">
          <ac:chgData name="映潔 吳" userId="ce8478969c818b5d" providerId="LiveId" clId="{02718E11-8C50-4BF9-8911-C664F181BE0F}" dt="2026-06-14T01:02:24.999" v="63" actId="478"/>
          <ac:spMkLst>
            <pc:docMk/>
            <pc:sldMk cId="2934306591" sldId="258"/>
            <ac:spMk id="2" creationId="{85D6F87F-3559-74DE-4425-881EF401C385}"/>
          </ac:spMkLst>
        </pc:spChg>
        <pc:spChg chg="mod">
          <ac:chgData name="映潔 吳" userId="ce8478969c818b5d" providerId="LiveId" clId="{02718E11-8C50-4BF9-8911-C664F181BE0F}" dt="2026-06-14T01:31:33.382" v="163" actId="1076"/>
          <ac:spMkLst>
            <pc:docMk/>
            <pc:sldMk cId="2934306591" sldId="258"/>
            <ac:spMk id="3" creationId="{4AD2C5C8-DF77-E24B-5850-F42B11EFA6A1}"/>
          </ac:spMkLst>
        </pc:spChg>
        <pc:spChg chg="add mod">
          <ac:chgData name="映潔 吳" userId="ce8478969c818b5d" providerId="LiveId" clId="{02718E11-8C50-4BF9-8911-C664F181BE0F}" dt="2026-06-14T01:30:07.417" v="144" actId="2711"/>
          <ac:spMkLst>
            <pc:docMk/>
            <pc:sldMk cId="2934306591" sldId="258"/>
            <ac:spMk id="5" creationId="{988D3A59-09C4-86FE-D43E-99E252E6C22A}"/>
          </ac:spMkLst>
        </pc:spChg>
        <pc:spChg chg="add">
          <ac:chgData name="映潔 吳" userId="ce8478969c818b5d" providerId="LiveId" clId="{02718E11-8C50-4BF9-8911-C664F181BE0F}" dt="2026-06-14T01:30:15.765" v="145"/>
          <ac:spMkLst>
            <pc:docMk/>
            <pc:sldMk cId="2934306591" sldId="258"/>
            <ac:spMk id="11" creationId="{860488E5-49EA-0B3A-CD50-86FCCE187F92}"/>
          </ac:spMkLst>
        </pc:spChg>
        <pc:cxnChg chg="add mod">
          <ac:chgData name="映潔 吳" userId="ce8478969c818b5d" providerId="LiveId" clId="{02718E11-8C50-4BF9-8911-C664F181BE0F}" dt="2026-06-14T01:04:04.991" v="79" actId="14100"/>
          <ac:cxnSpMkLst>
            <pc:docMk/>
            <pc:sldMk cId="2934306591" sldId="258"/>
            <ac:cxnSpMk id="7" creationId="{9D14B508-30A4-5BF1-BF13-166FA4D4DFB1}"/>
          </ac:cxnSpMkLst>
        </pc:cxnChg>
      </pc:sldChg>
      <pc:sldChg chg="addSp delSp modSp add mod ord">
        <pc:chgData name="映潔 吳" userId="ce8478969c818b5d" providerId="LiveId" clId="{02718E11-8C50-4BF9-8911-C664F181BE0F}" dt="2026-06-14T03:00:18.434" v="662" actId="20577"/>
        <pc:sldMkLst>
          <pc:docMk/>
          <pc:sldMk cId="663800678" sldId="259"/>
        </pc:sldMkLst>
        <pc:spChg chg="add">
          <ac:chgData name="映潔 吳" userId="ce8478969c818b5d" providerId="LiveId" clId="{02718E11-8C50-4BF9-8911-C664F181BE0F}" dt="2026-06-14T01:33:37.204" v="231"/>
          <ac:spMkLst>
            <pc:docMk/>
            <pc:sldMk cId="663800678" sldId="259"/>
            <ac:spMk id="2" creationId="{80CFA12B-30F8-CF6E-351D-7AB9B970CBE2}"/>
          </ac:spMkLst>
        </pc:spChg>
        <pc:spChg chg="mod">
          <ac:chgData name="映潔 吳" userId="ce8478969c818b5d" providerId="LiveId" clId="{02718E11-8C50-4BF9-8911-C664F181BE0F}" dt="2026-06-14T03:00:01.156" v="643" actId="1076"/>
          <ac:spMkLst>
            <pc:docMk/>
            <pc:sldMk cId="663800678" sldId="259"/>
            <ac:spMk id="3" creationId="{DBC3311F-D211-BAD2-676E-71C9A24ECE27}"/>
          </ac:spMkLst>
        </pc:spChg>
        <pc:spChg chg="add del mod">
          <ac:chgData name="映潔 吳" userId="ce8478969c818b5d" providerId="LiveId" clId="{02718E11-8C50-4BF9-8911-C664F181BE0F}" dt="2026-06-14T02:57:23.311" v="588" actId="478"/>
          <ac:spMkLst>
            <pc:docMk/>
            <pc:sldMk cId="663800678" sldId="259"/>
            <ac:spMk id="4" creationId="{6C3DD775-9038-FA78-C030-33EC60D13BEB}"/>
          </ac:spMkLst>
        </pc:spChg>
        <pc:spChg chg="mod">
          <ac:chgData name="映潔 吳" userId="ce8478969c818b5d" providerId="LiveId" clId="{02718E11-8C50-4BF9-8911-C664F181BE0F}" dt="2026-06-14T03:00:18.434" v="662" actId="20577"/>
          <ac:spMkLst>
            <pc:docMk/>
            <pc:sldMk cId="663800678" sldId="259"/>
            <ac:spMk id="5" creationId="{19C20DFD-10D3-9A94-59F9-8B5E8EDDF26B}"/>
          </ac:spMkLst>
        </pc:spChg>
        <pc:spChg chg="add mod">
          <ac:chgData name="映潔 吳" userId="ce8478969c818b5d" providerId="LiveId" clId="{02718E11-8C50-4BF9-8911-C664F181BE0F}" dt="2026-06-14T02:59:58.433" v="642" actId="1076"/>
          <ac:spMkLst>
            <pc:docMk/>
            <pc:sldMk cId="663800678" sldId="259"/>
            <ac:spMk id="6" creationId="{FFF0FE57-8B9E-6484-D27B-57638D55EF84}"/>
          </ac:spMkLst>
        </pc:spChg>
        <pc:spChg chg="add mod">
          <ac:chgData name="映潔 吳" userId="ce8478969c818b5d" providerId="LiveId" clId="{02718E11-8C50-4BF9-8911-C664F181BE0F}" dt="2026-06-14T02:59:58.433" v="642" actId="1076"/>
          <ac:spMkLst>
            <pc:docMk/>
            <pc:sldMk cId="663800678" sldId="259"/>
            <ac:spMk id="8" creationId="{6D85E43B-1BF6-73A9-F7A5-14C2071FC9AD}"/>
          </ac:spMkLst>
        </pc:spChg>
        <pc:spChg chg="add">
          <ac:chgData name="映潔 吳" userId="ce8478969c818b5d" providerId="LiveId" clId="{02718E11-8C50-4BF9-8911-C664F181BE0F}" dt="2026-06-14T02:55:42.075" v="535"/>
          <ac:spMkLst>
            <pc:docMk/>
            <pc:sldMk cId="663800678" sldId="259"/>
            <ac:spMk id="9" creationId="{D7EE80CC-D36A-65B9-C69C-3C681582FC70}"/>
          </ac:spMkLst>
        </pc:spChg>
        <pc:spChg chg="add">
          <ac:chgData name="映潔 吳" userId="ce8478969c818b5d" providerId="LiveId" clId="{02718E11-8C50-4BF9-8911-C664F181BE0F}" dt="2026-06-14T02:55:44.187" v="536"/>
          <ac:spMkLst>
            <pc:docMk/>
            <pc:sldMk cId="663800678" sldId="259"/>
            <ac:spMk id="10" creationId="{C60C329D-1798-38D3-0A62-A5B7914CE522}"/>
          </ac:spMkLst>
        </pc:spChg>
        <pc:cxnChg chg="mod">
          <ac:chgData name="映潔 吳" userId="ce8478969c818b5d" providerId="LiveId" clId="{02718E11-8C50-4BF9-8911-C664F181BE0F}" dt="2026-06-14T01:32:31.517" v="166" actId="208"/>
          <ac:cxnSpMkLst>
            <pc:docMk/>
            <pc:sldMk cId="663800678" sldId="259"/>
            <ac:cxnSpMk id="7" creationId="{1BFF8266-0591-C63C-461B-F603835BBC51}"/>
          </ac:cxnSpMkLst>
        </pc:cxnChg>
      </pc:sldChg>
      <pc:sldChg chg="modSp add mod">
        <pc:chgData name="映潔 吳" userId="ce8478969c818b5d" providerId="LiveId" clId="{02718E11-8C50-4BF9-8911-C664F181BE0F}" dt="2026-06-14T01:53:05.352" v="490" actId="1076"/>
        <pc:sldMkLst>
          <pc:docMk/>
          <pc:sldMk cId="1106161668" sldId="260"/>
        </pc:sldMkLst>
        <pc:spChg chg="mod">
          <ac:chgData name="映潔 吳" userId="ce8478969c818b5d" providerId="LiveId" clId="{02718E11-8C50-4BF9-8911-C664F181BE0F}" dt="2026-06-14T01:53:05.352" v="490" actId="1076"/>
          <ac:spMkLst>
            <pc:docMk/>
            <pc:sldMk cId="1106161668" sldId="260"/>
            <ac:spMk id="3" creationId="{934FCFF7-C164-ED12-F33D-A6B8CB2956A9}"/>
          </ac:spMkLst>
        </pc:spChg>
        <pc:spChg chg="mod">
          <ac:chgData name="映潔 吳" userId="ce8478969c818b5d" providerId="LiveId" clId="{02718E11-8C50-4BF9-8911-C664F181BE0F}" dt="2026-06-14T01:37:59.636" v="321" actId="20577"/>
          <ac:spMkLst>
            <pc:docMk/>
            <pc:sldMk cId="1106161668" sldId="260"/>
            <ac:spMk id="5" creationId="{48929D3E-7B81-B6C9-32A0-E1957C4BCB68}"/>
          </ac:spMkLst>
        </pc:spChg>
      </pc:sldChg>
      <pc:sldChg chg="addSp delSp modSp add del mod ord">
        <pc:chgData name="映潔 吳" userId="ce8478969c818b5d" providerId="LiveId" clId="{02718E11-8C50-4BF9-8911-C664F181BE0F}" dt="2026-06-14T03:00:56.384" v="664" actId="47"/>
        <pc:sldMkLst>
          <pc:docMk/>
          <pc:sldMk cId="1039985546" sldId="261"/>
        </pc:sldMkLst>
        <pc:spChg chg="del mod">
          <ac:chgData name="映潔 吳" userId="ce8478969c818b5d" providerId="LiveId" clId="{02718E11-8C50-4BF9-8911-C664F181BE0F}" dt="2026-06-14T01:49:36.490" v="464" actId="478"/>
          <ac:spMkLst>
            <pc:docMk/>
            <pc:sldMk cId="1039985546" sldId="261"/>
            <ac:spMk id="3" creationId="{168C81FF-D61F-AAD5-201E-791FC56F25E2}"/>
          </ac:spMkLst>
        </pc:spChg>
        <pc:spChg chg="add del mod">
          <ac:chgData name="映潔 吳" userId="ce8478969c818b5d" providerId="LiveId" clId="{02718E11-8C50-4BF9-8911-C664F181BE0F}" dt="2026-06-14T01:49:44.089" v="465" actId="478"/>
          <ac:spMkLst>
            <pc:docMk/>
            <pc:sldMk cId="1039985546" sldId="261"/>
            <ac:spMk id="4" creationId="{9D945EA8-0371-69C1-BD95-BACFAF82CAF4}"/>
          </ac:spMkLst>
        </pc:spChg>
        <pc:spChg chg="mod">
          <ac:chgData name="映潔 吳" userId="ce8478969c818b5d" providerId="LiveId" clId="{02718E11-8C50-4BF9-8911-C664F181BE0F}" dt="2026-06-14T01:49:30.683" v="463" actId="20577"/>
          <ac:spMkLst>
            <pc:docMk/>
            <pc:sldMk cId="1039985546" sldId="261"/>
            <ac:spMk id="5" creationId="{1AA83D92-83BC-D9F8-873E-C8F6E5503AC8}"/>
          </ac:spMkLst>
        </pc:spChg>
        <pc:spChg chg="add del mod">
          <ac:chgData name="映潔 吳" userId="ce8478969c818b5d" providerId="LiveId" clId="{02718E11-8C50-4BF9-8911-C664F181BE0F}" dt="2026-06-14T01:57:42.690" v="517" actId="478"/>
          <ac:spMkLst>
            <pc:docMk/>
            <pc:sldMk cId="1039985546" sldId="261"/>
            <ac:spMk id="6" creationId="{A6A646F3-7318-ED8F-BDB3-9F5ACFA46CCE}"/>
          </ac:spMkLst>
        </pc:spChg>
        <pc:spChg chg="add del mod">
          <ac:chgData name="映潔 吳" userId="ce8478969c818b5d" providerId="LiveId" clId="{02718E11-8C50-4BF9-8911-C664F181BE0F}" dt="2026-06-14T01:57:38.818" v="514" actId="478"/>
          <ac:spMkLst>
            <pc:docMk/>
            <pc:sldMk cId="1039985546" sldId="261"/>
            <ac:spMk id="8" creationId="{A1F7DB28-89D6-1DCB-C354-D6BECE919C9C}"/>
          </ac:spMkLst>
        </pc:spChg>
        <pc:spChg chg="add mod">
          <ac:chgData name="映潔 吳" userId="ce8478969c818b5d" providerId="LiveId" clId="{02718E11-8C50-4BF9-8911-C664F181BE0F}" dt="2026-06-14T01:56:55.192" v="504" actId="20577"/>
          <ac:spMkLst>
            <pc:docMk/>
            <pc:sldMk cId="1039985546" sldId="261"/>
            <ac:spMk id="9" creationId="{775C80D8-275E-7771-17BE-6973020DA538}"/>
          </ac:spMkLst>
        </pc:spChg>
        <pc:spChg chg="add del mod">
          <ac:chgData name="映潔 吳" userId="ce8478969c818b5d" providerId="LiveId" clId="{02718E11-8C50-4BF9-8911-C664F181BE0F}" dt="2026-06-14T01:57:40.482" v="515" actId="478"/>
          <ac:spMkLst>
            <pc:docMk/>
            <pc:sldMk cId="1039985546" sldId="261"/>
            <ac:spMk id="10" creationId="{4751CD69-4D45-B78F-5516-DEA5C958050C}"/>
          </ac:spMkLst>
        </pc:spChg>
        <pc:spChg chg="add del mod">
          <ac:chgData name="映潔 吳" userId="ce8478969c818b5d" providerId="LiveId" clId="{02718E11-8C50-4BF9-8911-C664F181BE0F}" dt="2026-06-14T01:57:59.270" v="518" actId="478"/>
          <ac:spMkLst>
            <pc:docMk/>
            <pc:sldMk cId="1039985546" sldId="261"/>
            <ac:spMk id="12" creationId="{69204048-9155-9AD8-9677-661E76A7E14D}"/>
          </ac:spMkLst>
        </pc:spChg>
      </pc:sldChg>
      <pc:sldChg chg="add del">
        <pc:chgData name="映潔 吳" userId="ce8478969c818b5d" providerId="LiveId" clId="{02718E11-8C50-4BF9-8911-C664F181BE0F}" dt="2026-06-14T01:40:47.211" v="359" actId="2890"/>
        <pc:sldMkLst>
          <pc:docMk/>
          <pc:sldMk cId="332979469" sldId="262"/>
        </pc:sldMkLst>
      </pc:sldChg>
      <pc:sldChg chg="addSp delSp modSp add mod">
        <pc:chgData name="映潔 吳" userId="ce8478969c818b5d" providerId="LiveId" clId="{02718E11-8C50-4BF9-8911-C664F181BE0F}" dt="2026-06-14T04:30:12.701" v="784" actId="1076"/>
        <pc:sldMkLst>
          <pc:docMk/>
          <pc:sldMk cId="2027601596" sldId="262"/>
        </pc:sldMkLst>
        <pc:spChg chg="del mod">
          <ac:chgData name="映潔 吳" userId="ce8478969c818b5d" providerId="LiveId" clId="{02718E11-8C50-4BF9-8911-C664F181BE0F}" dt="2026-06-14T03:01:17.018" v="690" actId="478"/>
          <ac:spMkLst>
            <pc:docMk/>
            <pc:sldMk cId="2027601596" sldId="262"/>
            <ac:spMk id="3" creationId="{CE3EA92D-93F1-4F0A-0EAC-8F9B7CE27050}"/>
          </ac:spMkLst>
        </pc:spChg>
        <pc:spChg chg="add mod">
          <ac:chgData name="映潔 吳" userId="ce8478969c818b5d" providerId="LiveId" clId="{02718E11-8C50-4BF9-8911-C664F181BE0F}" dt="2026-06-14T04:30:12.701" v="784" actId="1076"/>
          <ac:spMkLst>
            <pc:docMk/>
            <pc:sldMk cId="2027601596" sldId="262"/>
            <ac:spMk id="4" creationId="{387341E8-841B-44F5-420F-0679D74842FA}"/>
          </ac:spMkLst>
        </pc:spChg>
        <pc:spChg chg="mod">
          <ac:chgData name="映潔 吳" userId="ce8478969c818b5d" providerId="LiveId" clId="{02718E11-8C50-4BF9-8911-C664F181BE0F}" dt="2026-06-14T03:01:09.753" v="689" actId="20577"/>
          <ac:spMkLst>
            <pc:docMk/>
            <pc:sldMk cId="2027601596" sldId="262"/>
            <ac:spMk id="5" creationId="{D49023E7-F124-8FB7-88DA-83BA3DAA8DCC}"/>
          </ac:spMkLst>
        </pc:spChg>
        <pc:spChg chg="add mod">
          <ac:chgData name="映潔 吳" userId="ce8478969c818b5d" providerId="LiveId" clId="{02718E11-8C50-4BF9-8911-C664F181BE0F}" dt="2026-06-14T04:30:12.701" v="784" actId="1076"/>
          <ac:spMkLst>
            <pc:docMk/>
            <pc:sldMk cId="2027601596" sldId="262"/>
            <ac:spMk id="6" creationId="{CAA08505-B2BF-B0C2-4659-C4BCC6A0ADE4}"/>
          </ac:spMkLst>
        </pc:spChg>
        <pc:picChg chg="add del mod">
          <ac:chgData name="映潔 吳" userId="ce8478969c818b5d" providerId="LiveId" clId="{02718E11-8C50-4BF9-8911-C664F181BE0F}" dt="2026-06-14T04:29:40.906" v="779" actId="478"/>
          <ac:picMkLst>
            <pc:docMk/>
            <pc:sldMk cId="2027601596" sldId="262"/>
            <ac:picMk id="3" creationId="{90D80FC2-1E81-1302-1FF3-A64105E71FE5}"/>
          </ac:picMkLst>
        </pc:picChg>
      </pc:sldChg>
      <pc:sldChg chg="delSp modSp add del mod ord">
        <pc:chgData name="映潔 吳" userId="ce8478969c818b5d" providerId="LiveId" clId="{02718E11-8C50-4BF9-8911-C664F181BE0F}" dt="2026-06-14T03:00:54.973" v="663" actId="47"/>
        <pc:sldMkLst>
          <pc:docMk/>
          <pc:sldMk cId="548452817" sldId="263"/>
        </pc:sldMkLst>
        <pc:spChg chg="del mod">
          <ac:chgData name="映潔 吳" userId="ce8478969c818b5d" providerId="LiveId" clId="{02718E11-8C50-4BF9-8911-C664F181BE0F}" dt="2026-06-14T01:57:21.334" v="507" actId="478"/>
          <ac:spMkLst>
            <pc:docMk/>
            <pc:sldMk cId="548452817" sldId="263"/>
            <ac:spMk id="8" creationId="{B3189F32-A471-C199-446D-1E07DC560F72}"/>
          </ac:spMkLst>
        </pc:spChg>
        <pc:spChg chg="del">
          <ac:chgData name="映潔 吳" userId="ce8478969c818b5d" providerId="LiveId" clId="{02718E11-8C50-4BF9-8911-C664F181BE0F}" dt="2026-06-14T01:57:26.015" v="509" actId="478"/>
          <ac:spMkLst>
            <pc:docMk/>
            <pc:sldMk cId="548452817" sldId="263"/>
            <ac:spMk id="9" creationId="{87D4E07C-93ED-1FEF-10A3-963C70B21DC3}"/>
          </ac:spMkLst>
        </pc:spChg>
        <pc:spChg chg="del">
          <ac:chgData name="映潔 吳" userId="ce8478969c818b5d" providerId="LiveId" clId="{02718E11-8C50-4BF9-8911-C664F181BE0F}" dt="2026-06-14T01:57:22.731" v="508" actId="478"/>
          <ac:spMkLst>
            <pc:docMk/>
            <pc:sldMk cId="548452817" sldId="263"/>
            <ac:spMk id="10" creationId="{A56B6BA9-A15A-42ED-C165-3CB8E68E1CBE}"/>
          </ac:spMkLst>
        </pc:spChg>
      </pc:sldChg>
      <pc:sldChg chg="addSp delSp modSp add mod">
        <pc:chgData name="映潔 吳" userId="ce8478969c818b5d" providerId="LiveId" clId="{02718E11-8C50-4BF9-8911-C664F181BE0F}" dt="2026-06-14T03:10:46.990" v="768" actId="1076"/>
        <pc:sldMkLst>
          <pc:docMk/>
          <pc:sldMk cId="3276122178" sldId="263"/>
        </pc:sldMkLst>
        <pc:spChg chg="del">
          <ac:chgData name="映潔 吳" userId="ce8478969c818b5d" providerId="LiveId" clId="{02718E11-8C50-4BF9-8911-C664F181BE0F}" dt="2026-06-14T03:02:00.308" v="719" actId="478"/>
          <ac:spMkLst>
            <pc:docMk/>
            <pc:sldMk cId="3276122178" sldId="263"/>
            <ac:spMk id="3" creationId="{73A2830E-9C06-05A3-686F-A1EF06210A69}"/>
          </ac:spMkLst>
        </pc:spChg>
        <pc:spChg chg="add mod">
          <ac:chgData name="映潔 吳" userId="ce8478969c818b5d" providerId="LiveId" clId="{02718E11-8C50-4BF9-8911-C664F181BE0F}" dt="2026-06-14T03:10:46.990" v="768" actId="1076"/>
          <ac:spMkLst>
            <pc:docMk/>
            <pc:sldMk cId="3276122178" sldId="263"/>
            <ac:spMk id="6" creationId="{8842C115-4F9A-66ED-F82C-EA9D9EE8DE41}"/>
          </ac:spMkLst>
        </pc:spChg>
        <pc:picChg chg="add mod">
          <ac:chgData name="映潔 吳" userId="ce8478969c818b5d" providerId="LiveId" clId="{02718E11-8C50-4BF9-8911-C664F181BE0F}" dt="2026-06-14T03:10:29.079" v="724" actId="1076"/>
          <ac:picMkLst>
            <pc:docMk/>
            <pc:sldMk cId="3276122178" sldId="263"/>
            <ac:picMk id="3" creationId="{CEE97A7F-D95E-69D5-204B-EA2D559F0FFD}"/>
          </ac:picMkLst>
        </pc:picChg>
      </pc:sldChg>
      <pc:sldChg chg="add del">
        <pc:chgData name="映潔 吳" userId="ce8478969c818b5d" providerId="LiveId" clId="{02718E11-8C50-4BF9-8911-C664F181BE0F}" dt="2026-06-14T03:00:57.395" v="665" actId="47"/>
        <pc:sldMkLst>
          <pc:docMk/>
          <pc:sldMk cId="2457011713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72D60-C997-4059-9B2E-4DF1C7679F89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BADD85-6A6E-4C1E-A4FA-C0EA4BD819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0380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06AB47-67DC-3547-D083-113AA7A12F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687B7B8-2E62-D31F-CA06-23AA7D6A53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9C7075C-C60D-CAB9-8304-41FFF6455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1A592-53B1-4732-B9A9-80A052F90276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42B8184-7EA3-65DD-F083-6AD0F21A2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A9E9839-8420-56A8-5102-F9157D18F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DA551-AF87-40D3-8CC9-D654D9BC46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5166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3472D4-974E-F023-A33A-578E56D0D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8913C9-6AE0-59F5-B0EA-633A30CA4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2939100-1212-603A-5C27-BFC638B0E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1A592-53B1-4732-B9A9-80A052F90276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3557505-A5B8-5CE7-FAAE-59FC50250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5FA62E5-FE9F-C269-390F-2E1CEC21A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DA551-AF87-40D3-8CC9-D654D9BC46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2131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C8B6F9-CE8A-821A-D2E7-5C5ECF53F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1891EBB-2EA6-D04D-B571-10615B5A9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D37F82-98D3-0ADC-5CA1-6FF8F48BA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1A592-53B1-4732-B9A9-80A052F90276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6A0C577-51CC-CBAA-A6A1-4C44E202B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00575F-A82D-6538-F1C8-037E2067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DA551-AF87-40D3-8CC9-D654D9BC46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2371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F21105-F86F-3DEE-D5F6-1A75EE2BD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537A49-6D12-622E-EF34-48F47E0A74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393916B-53D8-8900-DECF-10EC02F9F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1C080BC-F673-7CB4-2F5D-D540210CC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1A592-53B1-4732-B9A9-80A052F90276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B20ABDF-59FA-EB69-5F89-1BA3C269C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F2C1FF-EF59-0738-3615-6E84BB260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DA551-AF87-40D3-8CC9-D654D9BC46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3353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2DFD28-923F-4586-494E-D3086F66A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17E780A-108C-1FC5-0966-CA9319C47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7FC824A-DE25-1CF4-0D7F-D13075A3D1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13459FE-659F-B25E-47D9-AEFDB99DDA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9B5029D-6214-0D25-60BB-FAC0ED93A9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BFF4A1F-FD49-10EA-D04D-051CFAE9A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1A592-53B1-4732-B9A9-80A052F90276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87B534E-1E8E-EB32-111D-841491F8D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6C4460-941D-106F-50F1-91B2CEE8E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DA551-AF87-40D3-8CC9-D654D9BC46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4053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439439-48C2-D31C-F99E-3291A2F3B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70474F1-DFF8-F7BD-23ED-6FA85A223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1A592-53B1-4732-B9A9-80A052F90276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4C84F24-9782-C861-2DBE-622BF6573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1CB73FC-7ED9-E320-59CF-1A5B4F13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DA551-AF87-40D3-8CC9-D654D9BC46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9622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E9CA17D-BA66-EF27-62B0-E761361EE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1A592-53B1-4732-B9A9-80A052F90276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911051B-4C6C-5028-C633-47AF5E240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CC4E57-96F5-CE52-9C70-E925DA831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DA551-AF87-40D3-8CC9-D654D9BC46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254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B55203-FD95-7815-36DC-1F5A4B00B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B3F359-F28F-8B06-36B5-92B277140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74BB601-3C3E-2584-51FB-DE83BF62DF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E87FE8A-9D6C-CD59-A247-DC074F782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1A592-53B1-4732-B9A9-80A052F90276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0DE9FC1-2579-F621-7B9C-2456A1230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AEF9684-7C41-1111-9376-B4283360C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DA551-AF87-40D3-8CC9-D654D9BC46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15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9FBD7C-DBCD-2FA7-9FD8-4F7D16DDF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37C3705-31BB-1D63-C708-6F16D67264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A7CF6A9-14E4-289B-825C-4F8842030C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0FC4DD8-2EEC-9E9C-970F-58A29786F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1A592-53B1-4732-B9A9-80A052F90276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16172F2-8B60-D946-2F9B-F0C09B374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10DD873-D334-69CB-33E3-11A7C58F2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DA551-AF87-40D3-8CC9-D654D9BC46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5643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9D9336-7B84-6450-9CC2-F66F10B03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EEB8417-4FF0-B377-7FE3-0198C19413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5BC0A78-ABA0-9651-FC15-2F35DB74F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1A592-53B1-4732-B9A9-80A052F90276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271A953-0336-CCFC-B135-EC9EBD44A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18D5435-A1E9-29D6-4012-A3D399A0D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DA551-AF87-40D3-8CC9-D654D9BC46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932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E72E374-B819-05D6-6E57-358041D375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6ADB012-AFEC-7584-F92C-B1D31D11A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CBA340-934A-3E40-7FF9-1091B41B2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1A592-53B1-4732-B9A9-80A052F90276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3415B39-B8CC-926B-2290-EE5F14B66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0215B62-A699-886F-AEEE-A499E570D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DA551-AF87-40D3-8CC9-D654D9BC46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2350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A6EA157-C503-A7AA-5438-69B77EAD8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ADEA953-BADB-5186-41FD-EAFA923A4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E6ABD1F-B364-3AE4-B9D5-B67BE438E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E1A592-53B1-4732-B9A9-80A052F90276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B71A2DE-D169-358E-13C4-C3D20BDF75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949B89-6D6C-0D9C-1A7D-7857C9E28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ADA551-AF87-40D3-8CC9-D654D9BC46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8756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powerbi.com/view?r=eyJrIjoiMDA3Nzg3ZTItNWM1My00YTZlLTgwN2MtMWM4NTJiYzg3OTIyIiwidCI6IjQ1NmIwZjQ0LWMyNjItNDNjMC1hZGM2LWUzN2MwNTVhZWNkMCIsImMiOjEwfQ%3D%3D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8132A7-9384-425F-AAB8-345885C5FF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2113279"/>
            <a:ext cx="11785600" cy="980123"/>
          </a:xfrm>
        </p:spPr>
        <p:txBody>
          <a:bodyPr>
            <a:noAutofit/>
          </a:bodyPr>
          <a:lstStyle/>
          <a:p>
            <a:r>
              <a:rPr lang="zh-TW" altLang="en-US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台灣零售營業額指數與</a:t>
            </a:r>
            <a:r>
              <a:rPr lang="en-US" altLang="zh-TW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CPI</a:t>
            </a:r>
            <a:r>
              <a:rPr lang="zh-TW" altLang="en-US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連動性分析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5D43DE2-BEBC-8AAB-B48F-1B9B1C4C31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11600" y="3764599"/>
            <a:ext cx="4368800" cy="492442"/>
          </a:xfrm>
        </p:spPr>
        <p:txBody>
          <a:bodyPr>
            <a:normAutofit/>
          </a:bodyPr>
          <a:lstStyle/>
          <a:p>
            <a:r>
              <a:rPr lang="en-US" altLang="zh-TW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112111102</a:t>
            </a:r>
            <a:r>
              <a:rPr lang="zh-TW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吳映潔</a:t>
            </a:r>
          </a:p>
        </p:txBody>
      </p:sp>
    </p:spTree>
    <p:extLst>
      <p:ext uri="{BB962C8B-B14F-4D97-AF65-F5344CB8AC3E}">
        <p14:creationId xmlns:p14="http://schemas.microsoft.com/office/powerpoint/2010/main" val="1940510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9F402B-BFCB-EA39-B0D0-7288211F8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934FCFF7-C164-ED12-F33D-A6B8CB295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1680" y="2505789"/>
            <a:ext cx="8168640" cy="1846422"/>
          </a:xfrm>
        </p:spPr>
        <p:txBody>
          <a:bodyPr>
            <a:no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零售營業額可反映市場消費狀況</a:t>
            </a:r>
            <a:endParaRPr lang="en-US" altLang="zh-TW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CPI </a:t>
            </a:r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代表整體物價變化</a:t>
            </a:r>
            <a:endParaRPr lang="en-US" altLang="zh-TW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傳統報表難以同時分析時間、產業與價格因素</a:t>
            </a:r>
            <a:endParaRPr lang="en-US" altLang="zh-TW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希望透過 </a:t>
            </a:r>
            <a:r>
              <a:rPr lang="en-US" altLang="zh-TW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Power BI </a:t>
            </a:r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建立互動式儀表板，分析兩者之關聯</a:t>
            </a:r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48929D3E-7B81-B6C9-32A0-E1957C4BCB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480" y="223521"/>
            <a:ext cx="11115040" cy="833120"/>
          </a:xfrm>
        </p:spPr>
        <p:txBody>
          <a:bodyPr>
            <a:normAutofit/>
          </a:bodyPr>
          <a:lstStyle/>
          <a:p>
            <a:r>
              <a:rPr lang="zh-TW" altLang="en-US" sz="4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動機</a:t>
            </a: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C12CFC3C-FBB7-BEA8-3F4C-290BA07D3121}"/>
              </a:ext>
            </a:extLst>
          </p:cNvPr>
          <p:cNvCxnSpPr>
            <a:cxnSpLocks/>
          </p:cNvCxnSpPr>
          <p:nvPr/>
        </p:nvCxnSpPr>
        <p:spPr>
          <a:xfrm>
            <a:off x="538480" y="1249680"/>
            <a:ext cx="1111504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161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168EFC-32B3-7289-464F-BFDBE66EA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DBC3311F-D211-BAD2-676E-71C9A24ECE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7240" y="1644754"/>
            <a:ext cx="5557520" cy="1387336"/>
          </a:xfrm>
        </p:spPr>
        <p:txBody>
          <a:bodyPr>
            <a:noAutofit/>
          </a:bodyPr>
          <a:lstStyle/>
          <a:p>
            <a:r>
              <a:rPr lang="zh-TW" altLang="en-US" sz="2800" b="1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資料與工具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政府開放資料（經濟部 </a:t>
            </a:r>
            <a:r>
              <a:rPr lang="en-US" altLang="zh-TW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+ </a:t>
            </a:r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主計總處）</a:t>
            </a:r>
            <a:endParaRPr lang="en-US" altLang="zh-TW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Power BI</a:t>
            </a:r>
            <a:endParaRPr lang="zh-TW" altLang="en-US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19C20DFD-10D3-9A94-59F9-8B5E8EDDF2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480" y="243845"/>
            <a:ext cx="11115040" cy="833120"/>
          </a:xfrm>
        </p:spPr>
        <p:txBody>
          <a:bodyPr>
            <a:normAutofit/>
          </a:bodyPr>
          <a:lstStyle/>
          <a:p>
            <a:r>
              <a:rPr lang="zh-TW" altLang="en-US" sz="4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研究方法與達成標準</a:t>
            </a: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1BFF8266-0591-C63C-461B-F603835BBC51}"/>
              </a:ext>
            </a:extLst>
          </p:cNvPr>
          <p:cNvCxnSpPr>
            <a:cxnSpLocks/>
          </p:cNvCxnSpPr>
          <p:nvPr/>
        </p:nvCxnSpPr>
        <p:spPr>
          <a:xfrm>
            <a:off x="538480" y="1249680"/>
            <a:ext cx="1111504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副標題 2">
            <a:extLst>
              <a:ext uri="{FF2B5EF4-FFF2-40B4-BE49-F238E27FC236}">
                <a16:creationId xmlns:a16="http://schemas.microsoft.com/office/drawing/2014/main" id="{FFF0FE57-8B9E-6484-D27B-57638D55EF84}"/>
              </a:ext>
            </a:extLst>
          </p:cNvPr>
          <p:cNvSpPr txBox="1">
            <a:spLocks/>
          </p:cNvSpPr>
          <p:nvPr/>
        </p:nvSpPr>
        <p:spPr>
          <a:xfrm>
            <a:off x="1557152" y="3428081"/>
            <a:ext cx="3520173" cy="2668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分析方法</a:t>
            </a:r>
            <a:endParaRPr lang="en-US" altLang="zh-TW" sz="2800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時序分析</a:t>
            </a:r>
            <a:endParaRPr lang="en-US" altLang="zh-TW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Pearson </a:t>
            </a:r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相關係數</a:t>
            </a:r>
            <a:endParaRPr lang="en-US" altLang="zh-TW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YoY </a:t>
            </a:r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年增率</a:t>
            </a:r>
            <a:endParaRPr lang="en-US" altLang="zh-TW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CPI </a:t>
            </a:r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實質化修正</a:t>
            </a:r>
            <a:endParaRPr lang="en-US" altLang="zh-TW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時間序列預測</a:t>
            </a:r>
          </a:p>
        </p:txBody>
      </p:sp>
      <p:sp>
        <p:nvSpPr>
          <p:cNvPr id="8" name="副標題 2">
            <a:extLst>
              <a:ext uri="{FF2B5EF4-FFF2-40B4-BE49-F238E27FC236}">
                <a16:creationId xmlns:a16="http://schemas.microsoft.com/office/drawing/2014/main" id="{6D85E43B-1BF6-73A9-F7A5-14C2071FC9AD}"/>
              </a:ext>
            </a:extLst>
          </p:cNvPr>
          <p:cNvSpPr txBox="1">
            <a:spLocks/>
          </p:cNvSpPr>
          <p:nvPr/>
        </p:nvSpPr>
        <p:spPr>
          <a:xfrm>
            <a:off x="7114673" y="3429000"/>
            <a:ext cx="4169022" cy="28482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達成成果</a:t>
            </a:r>
            <a:endParaRPr lang="en-US" altLang="zh-TW" sz="2800" b="1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建立互動式 </a:t>
            </a:r>
            <a:r>
              <a:rPr lang="en-US" altLang="zh-TW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BI </a:t>
            </a:r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儀表板</a:t>
            </a:r>
            <a:endParaRPr lang="en-US" altLang="zh-TW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CPI </a:t>
            </a:r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與零售指數關聯分析</a:t>
            </a:r>
            <a:endParaRPr lang="en-US" altLang="zh-TW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各零售通路比較</a:t>
            </a:r>
            <a:endParaRPr lang="en-US" altLang="zh-TW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實質 </a:t>
            </a:r>
            <a:r>
              <a:rPr lang="en-US" altLang="zh-TW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vs </a:t>
            </a:r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名目營業額比較</a:t>
            </a:r>
            <a:endParaRPr lang="en-US" altLang="zh-TW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趨勢預測模型</a:t>
            </a:r>
          </a:p>
        </p:txBody>
      </p:sp>
    </p:spTree>
    <p:extLst>
      <p:ext uri="{BB962C8B-B14F-4D97-AF65-F5344CB8AC3E}">
        <p14:creationId xmlns:p14="http://schemas.microsoft.com/office/powerpoint/2010/main" val="663800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0A857C-39C4-87D4-DA50-CD0D74431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D49023E7-F124-8FB7-88DA-83BA3DAA8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480" y="223521"/>
            <a:ext cx="11115040" cy="833120"/>
          </a:xfrm>
        </p:spPr>
        <p:txBody>
          <a:bodyPr>
            <a:normAutofit/>
          </a:bodyPr>
          <a:lstStyle/>
          <a:p>
            <a:r>
              <a:rPr lang="zh-TW" altLang="en-US" sz="4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實際操作</a:t>
            </a: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C40BC236-5A03-7B21-8AE0-7C38CF38EF8F}"/>
              </a:ext>
            </a:extLst>
          </p:cNvPr>
          <p:cNvCxnSpPr>
            <a:cxnSpLocks/>
          </p:cNvCxnSpPr>
          <p:nvPr/>
        </p:nvCxnSpPr>
        <p:spPr>
          <a:xfrm>
            <a:off x="538480" y="1249680"/>
            <a:ext cx="1111504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文字方塊 3">
            <a:extLst>
              <a:ext uri="{FF2B5EF4-FFF2-40B4-BE49-F238E27FC236}">
                <a16:creationId xmlns:a16="http://schemas.microsoft.com/office/drawing/2014/main" id="{387341E8-841B-44F5-420F-0679D74842FA}"/>
              </a:ext>
            </a:extLst>
          </p:cNvPr>
          <p:cNvSpPr txBox="1"/>
          <p:nvPr/>
        </p:nvSpPr>
        <p:spPr>
          <a:xfrm>
            <a:off x="3048000" y="2472592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儀表板 </a:t>
            </a:r>
            <a:r>
              <a:rPr lang="en-US" altLang="zh-TW" sz="2800" b="1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DEMO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AA08505-B2BF-B0C2-4659-C4BCC6A0ADE4}"/>
              </a:ext>
            </a:extLst>
          </p:cNvPr>
          <p:cNvSpPr txBox="1"/>
          <p:nvPr/>
        </p:nvSpPr>
        <p:spPr>
          <a:xfrm>
            <a:off x="3048000" y="3523779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https://app.powerbi.com/view?r=eyJrIjoiMDA3Nzg3ZTItNWM1My00YTZlLTgwN2MtMWM4NTJiYzg3OTIyIiwidCI6IjQ1NmIwZjQ0LWMyNjItNDNjMC1hZGM2LWUzN2MwNTVhZWNkMCIsImMiOjEwfQ%3D%3D</a:t>
            </a:r>
            <a:endParaRPr lang="zh-TW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7601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3800BB-5565-D1A8-CA09-77827450D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B6D9DCCD-B774-36A1-26EF-1BC6477C1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480" y="223521"/>
            <a:ext cx="11115040" cy="833120"/>
          </a:xfrm>
        </p:spPr>
        <p:txBody>
          <a:bodyPr>
            <a:normAutofit/>
          </a:bodyPr>
          <a:lstStyle/>
          <a:p>
            <a:r>
              <a:rPr lang="en-US" altLang="zh-TW" sz="4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GIT </a:t>
            </a:r>
            <a:r>
              <a:rPr lang="zh-TW" altLang="en-US" sz="4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版本紀錄</a:t>
            </a: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316DB3C5-2469-5463-A7D6-AF659F949A25}"/>
              </a:ext>
            </a:extLst>
          </p:cNvPr>
          <p:cNvCxnSpPr>
            <a:cxnSpLocks/>
          </p:cNvCxnSpPr>
          <p:nvPr/>
        </p:nvCxnSpPr>
        <p:spPr>
          <a:xfrm>
            <a:off x="538480" y="1249680"/>
            <a:ext cx="1111504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" name="圖片 2">
            <a:extLst>
              <a:ext uri="{FF2B5EF4-FFF2-40B4-BE49-F238E27FC236}">
                <a16:creationId xmlns:a16="http://schemas.microsoft.com/office/drawing/2014/main" id="{CEE97A7F-D95E-69D5-204B-EA2D559F0F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067" y="2464908"/>
            <a:ext cx="10039866" cy="3143412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8842C115-4F9A-66ED-F82C-EA9D9EE8DE41}"/>
              </a:ext>
            </a:extLst>
          </p:cNvPr>
          <p:cNvSpPr txBox="1"/>
          <p:nvPr/>
        </p:nvSpPr>
        <p:spPr>
          <a:xfrm>
            <a:off x="3048762" y="1442720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還要再改，不是最新版</a:t>
            </a:r>
            <a:endParaRPr lang="en-US" altLang="zh-TW" sz="2800" b="1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76122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279</Words>
  <Application>Microsoft Office PowerPoint</Application>
  <PresentationFormat>寬螢幕</PresentationFormat>
  <Paragraphs>28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微軟正黑體</vt:lpstr>
      <vt:lpstr>Aptos</vt:lpstr>
      <vt:lpstr>Aptos Display</vt:lpstr>
      <vt:lpstr>Arial</vt:lpstr>
      <vt:lpstr>Office 佈景主題</vt:lpstr>
      <vt:lpstr>台灣零售營業額指數與CPI連動性分析</vt:lpstr>
      <vt:lpstr>動機</vt:lpstr>
      <vt:lpstr>研究方法與達成標準</vt:lpstr>
      <vt:lpstr>實際操作</vt:lpstr>
      <vt:lpstr>GIT 版本紀錄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映潔 吳</dc:creator>
  <cp:lastModifiedBy>映潔 吳</cp:lastModifiedBy>
  <cp:revision>1</cp:revision>
  <dcterms:created xsi:type="dcterms:W3CDTF">2026-06-01T12:13:56Z</dcterms:created>
  <dcterms:modified xsi:type="dcterms:W3CDTF">2026-06-14T04:33:44Z</dcterms:modified>
</cp:coreProperties>
</file>