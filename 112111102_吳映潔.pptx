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06AB47-67DC-3547-D083-113AA7A12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87B7B8-2E62-D31F-CA06-23AA7D6A5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C7075C-C60D-CAB9-8304-41FFF645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2B8184-7EA3-65DD-F083-6AD0F21A2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9E9839-8420-56A8-5102-F9157D18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5166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3472D4-974E-F023-A33A-578E56D0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8913C9-6AE0-59F5-B0EA-633A30CA4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39100-1212-603A-5C27-BFC638B0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557505-A5B8-5CE7-FAAE-59FC5025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FA62E5-FE9F-C269-390F-2E1CEC21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131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C8B6F9-CE8A-821A-D2E7-5C5ECF53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891EBB-2EA6-D04D-B571-10615B5A9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D37F82-98D3-0ADC-5CA1-6FF8F48B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0C577-51CC-CBAA-A6A1-4C44E202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00575F-A82D-6538-F1C8-037E2067C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37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F21105-F86F-3DEE-D5F6-1A75EE2BD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537A49-6D12-622E-EF34-48F47E0A74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93916B-53D8-8900-DECF-10EC02F9FC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1C080BC-F673-7CB4-2F5D-D540210C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B20ABDF-59FA-EB69-5F89-1BA3C269C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F2C1FF-EF59-0738-3615-6E84BB260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3353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DFD28-923F-4586-494E-D3086F66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7E780A-108C-1FC5-0966-CA9319C47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FC824A-DE25-1CF4-0D7F-D13075A3D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13459FE-659F-B25E-47D9-AEFDB99DD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B5029D-6214-0D25-60BB-FAC0ED93A9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BFF4A1F-FD49-10EA-D04D-051CFAE9A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7B534E-1E8E-EB32-111D-841491F8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C4460-941D-106F-50F1-91B2CEE8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439439-48C2-D31C-F99E-3291A2F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70474F1-DFF8-F7BD-23ED-6FA85A2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C84F24-9782-C861-2DBE-622BF6573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CB73FC-7ED9-E320-59CF-1A5B4F1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62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CA17D-BA66-EF27-62B0-E761361E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911051B-4C6C-5028-C633-47AF5E24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CC4E57-96F5-CE52-9C70-E925DA831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254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B55203-FD95-7815-36DC-1F5A4B00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B3F359-F28F-8B06-36B5-92B277140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74BB601-3C3E-2584-51FB-DE83BF62D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87FE8A-9D6C-CD59-A247-DC074F782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DE9FC1-2579-F621-7B9C-2456A123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EF9684-7C41-1111-9376-B4283360C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FBD7C-DBCD-2FA7-9FD8-4F7D16DD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7C3705-31BB-1D63-C708-6F16D6726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A7CF6A9-14E4-289B-825C-4F8842030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FC4DD8-2EEC-9E9C-970F-58A29786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6172F2-8B60-D946-2F9B-F0C09B37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0DD873-D334-69CB-33E3-11A7C58F2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64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9D9336-7B84-6450-9CC2-F66F10B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EB8417-4FF0-B377-7FE3-0198C1941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BC0A78-ABA0-9651-FC15-2F35DB74F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1A953-0336-CCFC-B135-EC9EBD44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8D5435-A1E9-29D6-4012-A3D399A0D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3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72E374-B819-05D6-6E57-358041D37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ADB012-AFEC-7584-F92C-B1D31D11A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CBA340-934A-3E40-7FF9-1091B41B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415B39-B8CC-926B-2290-EE5F14B66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215B62-A699-886F-AEEE-A499E57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35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A6EA157-C503-A7AA-5438-69B77EA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DEA953-BADB-5186-41FD-EAFA923A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6ABD1F-B364-3AE4-B9D5-B67BE438E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1A592-53B1-4732-B9A9-80A052F90276}" type="datetimeFigureOut">
              <a:rPr lang="zh-TW" altLang="en-US" smtClean="0"/>
              <a:t>2026/6/1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1A2DE-D169-358E-13C4-C3D20BDF75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949B89-6D6C-0D9C-1A7D-7857C9E2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875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132A7-9384-425F-AAB8-345885C5F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5D43DE2-BEBC-8AAB-B48F-1B9B1C4C31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0510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映潔 吳</dc:creator>
  <cp:lastModifiedBy>映潔 吳</cp:lastModifiedBy>
  <cp:revision>1</cp:revision>
  <dcterms:created xsi:type="dcterms:W3CDTF">2026-06-01T12:13:56Z</dcterms:created>
  <dcterms:modified xsi:type="dcterms:W3CDTF">2026-06-01T12:14:12Z</dcterms:modified>
</cp:coreProperties>
</file>