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59" r:id="rId4"/>
    <p:sldId id="265" r:id="rId5"/>
    <p:sldId id="262" r:id="rId6"/>
    <p:sldId id="267" r:id="rId7"/>
    <p:sldId id="268" r:id="rId8"/>
    <p:sldId id="266" r:id="rId9"/>
    <p:sldId id="264" r:id="rId10"/>
    <p:sldId id="26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映潔 吳" userId="ce8478969c818b5d" providerId="LiveId" clId="{02718E11-8C50-4BF9-8911-C664F181BE0F}"/>
    <pc:docChg chg="undo custSel addSld delSld modSld sldOrd">
      <pc:chgData name="映潔 吳" userId="ce8478969c818b5d" providerId="LiveId" clId="{02718E11-8C50-4BF9-8911-C664F181BE0F}" dt="2026-06-16T01:21:44.805" v="852" actId="1076"/>
      <pc:docMkLst>
        <pc:docMk/>
      </pc:docMkLst>
      <pc:sldChg chg="addSp delSp modSp mod setBg">
        <pc:chgData name="映潔 吳" userId="ce8478969c818b5d" providerId="LiveId" clId="{02718E11-8C50-4BF9-8911-C664F181BE0F}" dt="2026-06-14T01:01:54.872" v="62"/>
        <pc:sldMkLst>
          <pc:docMk/>
          <pc:sldMk cId="1940510760" sldId="256"/>
        </pc:sldMkLst>
        <pc:spChg chg="add del 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2" creationId="{818132A7-9384-425F-AAB8-345885C5FFFD}"/>
          </ac:spMkLst>
        </pc:spChg>
        <pc:spChg chg="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3" creationId="{95D43DE2-BEBC-8AAB-B48F-1B9B1C4C3145}"/>
          </ac:spMkLst>
        </pc:spChg>
      </pc:sldChg>
      <pc:sldChg chg="addSp delSp modSp add mod ord">
        <pc:chgData name="映潔 吳" userId="ce8478969c818b5d" providerId="LiveId" clId="{02718E11-8C50-4BF9-8911-C664F181BE0F}" dt="2026-06-14T08:00:21.771" v="788" actId="1076"/>
        <pc:sldMkLst>
          <pc:docMk/>
          <pc:sldMk cId="663800678" sldId="259"/>
        </pc:sldMkLst>
        <pc:spChg chg="mod">
          <ac:chgData name="映潔 吳" userId="ce8478969c818b5d" providerId="LiveId" clId="{02718E11-8C50-4BF9-8911-C664F181BE0F}" dt="2026-06-14T08:00:21.771" v="788" actId="1076"/>
          <ac:spMkLst>
            <pc:docMk/>
            <pc:sldMk cId="663800678" sldId="259"/>
            <ac:spMk id="3" creationId="{DBC3311F-D211-BAD2-676E-71C9A24ECE27}"/>
          </ac:spMkLst>
        </pc:spChg>
        <pc:spChg chg="mod">
          <ac:chgData name="映潔 吳" userId="ce8478969c818b5d" providerId="LiveId" clId="{02718E11-8C50-4BF9-8911-C664F181BE0F}" dt="2026-06-14T03:00:18.434" v="662" actId="20577"/>
          <ac:spMkLst>
            <pc:docMk/>
            <pc:sldMk cId="663800678" sldId="259"/>
            <ac:spMk id="5" creationId="{19C20DFD-10D3-9A94-59F9-8B5E8EDDF26B}"/>
          </ac:spMkLst>
        </pc:spChg>
        <pc:spChg chg="add mod">
          <ac:chgData name="映潔 吳" userId="ce8478969c818b5d" providerId="LiveId" clId="{02718E11-8C50-4BF9-8911-C664F181BE0F}" dt="2026-06-14T08:00:02.174" v="786" actId="14100"/>
          <ac:spMkLst>
            <pc:docMk/>
            <pc:sldMk cId="663800678" sldId="259"/>
            <ac:spMk id="6" creationId="{FFF0FE57-8B9E-6484-D27B-57638D55EF84}"/>
          </ac:spMkLst>
        </pc:spChg>
        <pc:spChg chg="add mod">
          <ac:chgData name="映潔 吳" userId="ce8478969c818b5d" providerId="LiveId" clId="{02718E11-8C50-4BF9-8911-C664F181BE0F}" dt="2026-06-14T08:00:17.988" v="787" actId="1076"/>
          <ac:spMkLst>
            <pc:docMk/>
            <pc:sldMk cId="663800678" sldId="259"/>
            <ac:spMk id="8" creationId="{6D85E43B-1BF6-73A9-F7A5-14C2071FC9AD}"/>
          </ac:spMkLst>
        </pc:spChg>
        <pc:cxnChg chg="mod">
          <ac:chgData name="映潔 吳" userId="ce8478969c818b5d" providerId="LiveId" clId="{02718E11-8C50-4BF9-8911-C664F181BE0F}" dt="2026-06-14T01:32:31.517" v="166" actId="208"/>
          <ac:cxnSpMkLst>
            <pc:docMk/>
            <pc:sldMk cId="663800678" sldId="259"/>
            <ac:cxnSpMk id="7" creationId="{1BFF8266-0591-C63C-461B-F603835BBC51}"/>
          </ac:cxnSpMkLst>
        </pc:cxnChg>
      </pc:sldChg>
      <pc:sldChg chg="modSp add mod">
        <pc:chgData name="映潔 吳" userId="ce8478969c818b5d" providerId="LiveId" clId="{02718E11-8C50-4BF9-8911-C664F181BE0F}" dt="2026-06-14T01:53:05.352" v="490" actId="1076"/>
        <pc:sldMkLst>
          <pc:docMk/>
          <pc:sldMk cId="1106161668" sldId="260"/>
        </pc:sldMkLst>
        <pc:spChg chg="mod">
          <ac:chgData name="映潔 吳" userId="ce8478969c818b5d" providerId="LiveId" clId="{02718E11-8C50-4BF9-8911-C664F181BE0F}" dt="2026-06-14T01:53:05.352" v="490" actId="1076"/>
          <ac:spMkLst>
            <pc:docMk/>
            <pc:sldMk cId="1106161668" sldId="260"/>
            <ac:spMk id="3" creationId="{934FCFF7-C164-ED12-F33D-A6B8CB2956A9}"/>
          </ac:spMkLst>
        </pc:spChg>
        <pc:spChg chg="mod">
          <ac:chgData name="映潔 吳" userId="ce8478969c818b5d" providerId="LiveId" clId="{02718E11-8C50-4BF9-8911-C664F181BE0F}" dt="2026-06-14T01:37:59.636" v="321" actId="20577"/>
          <ac:spMkLst>
            <pc:docMk/>
            <pc:sldMk cId="1106161668" sldId="260"/>
            <ac:spMk id="5" creationId="{48929D3E-7B81-B6C9-32A0-E1957C4BCB68}"/>
          </ac:spMkLst>
        </pc:spChg>
      </pc:sldChg>
      <pc:sldChg chg="addSp delSp modSp add del mod">
        <pc:chgData name="映潔 吳" userId="ce8478969c818b5d" providerId="LiveId" clId="{02718E11-8C50-4BF9-8911-C664F181BE0F}" dt="2026-06-14T08:16:29.316" v="836" actId="1076"/>
        <pc:sldMkLst>
          <pc:docMk/>
          <pc:sldMk cId="2027601596" sldId="262"/>
        </pc:sldMkLst>
        <pc:spChg chg="mod">
          <ac:chgData name="映潔 吳" userId="ce8478969c818b5d" providerId="LiveId" clId="{02718E11-8C50-4BF9-8911-C664F181BE0F}" dt="2026-06-14T08:08:26.129" v="806" actId="20577"/>
          <ac:spMkLst>
            <pc:docMk/>
            <pc:sldMk cId="2027601596" sldId="262"/>
            <ac:spMk id="5" creationId="{D49023E7-F124-8FB7-88DA-83BA3DAA8DCC}"/>
          </ac:spMkLst>
        </pc:spChg>
        <pc:picChg chg="add mod modCrop">
          <ac:chgData name="映潔 吳" userId="ce8478969c818b5d" providerId="LiveId" clId="{02718E11-8C50-4BF9-8911-C664F181BE0F}" dt="2026-06-14T08:16:29.316" v="836" actId="1076"/>
          <ac:picMkLst>
            <pc:docMk/>
            <pc:sldMk cId="2027601596" sldId="262"/>
            <ac:picMk id="9" creationId="{AB04FBD2-9E8F-240F-C77A-AF99EEB47B96}"/>
          </ac:picMkLst>
        </pc:picChg>
      </pc:sldChg>
      <pc:sldChg chg="addSp delSp modSp add mod">
        <pc:chgData name="映潔 吳" userId="ce8478969c818b5d" providerId="LiveId" clId="{02718E11-8C50-4BF9-8911-C664F181BE0F}" dt="2026-06-16T01:21:44.805" v="852" actId="1076"/>
        <pc:sldMkLst>
          <pc:docMk/>
          <pc:sldMk cId="3276122178" sldId="263"/>
        </pc:sldMkLst>
        <pc:picChg chg="add del mod">
          <ac:chgData name="映潔 吳" userId="ce8478969c818b5d" providerId="LiveId" clId="{02718E11-8C50-4BF9-8911-C664F181BE0F}" dt="2026-06-16T01:21:37.746" v="850" actId="478"/>
          <ac:picMkLst>
            <pc:docMk/>
            <pc:sldMk cId="3276122178" sldId="263"/>
            <ac:picMk id="3" creationId="{D05A70D5-8E0E-7999-4BD1-9B7863B0548E}"/>
          </ac:picMkLst>
        </pc:picChg>
        <pc:picChg chg="add mod">
          <ac:chgData name="映潔 吳" userId="ce8478969c818b5d" providerId="LiveId" clId="{02718E11-8C50-4BF9-8911-C664F181BE0F}" dt="2026-06-16T01:21:44.805" v="852" actId="1076"/>
          <ac:picMkLst>
            <pc:docMk/>
            <pc:sldMk cId="3276122178" sldId="263"/>
            <ac:picMk id="4" creationId="{C48C038B-D5FF-98D4-A29A-1FDD5C9D49B4}"/>
          </ac:picMkLst>
        </pc:picChg>
      </pc:sldChg>
      <pc:sldChg chg="add">
        <pc:chgData name="映潔 吳" userId="ce8478969c818b5d" providerId="LiveId" clId="{02718E11-8C50-4BF9-8911-C664F181BE0F}" dt="2026-06-14T08:08:17.828" v="791" actId="2890"/>
        <pc:sldMkLst>
          <pc:docMk/>
          <pc:sldMk cId="2185778571" sldId="264"/>
        </pc:sldMkLst>
      </pc:sldChg>
      <pc:sldChg chg="modSp add mod ord">
        <pc:chgData name="映潔 吳" userId="ce8478969c818b5d" providerId="LiveId" clId="{02718E11-8C50-4BF9-8911-C664F181BE0F}" dt="2026-06-14T08:16:47.375" v="838" actId="1076"/>
        <pc:sldMkLst>
          <pc:docMk/>
          <pc:sldMk cId="2787629452" sldId="265"/>
        </pc:sldMkLst>
        <pc:picChg chg="mod modCrop">
          <ac:chgData name="映潔 吳" userId="ce8478969c818b5d" providerId="LiveId" clId="{02718E11-8C50-4BF9-8911-C664F181BE0F}" dt="2026-06-14T08:16:47.375" v="838" actId="1076"/>
          <ac:picMkLst>
            <pc:docMk/>
            <pc:sldMk cId="2787629452" sldId="265"/>
            <ac:picMk id="3" creationId="{86CB18BA-52FD-7495-232B-C44A1C8C411E}"/>
          </ac:picMkLst>
        </pc:picChg>
      </pc:sldChg>
      <pc:sldChg chg="addSp modSp add mod">
        <pc:chgData name="映潔 吳" userId="ce8478969c818b5d" providerId="LiveId" clId="{02718E11-8C50-4BF9-8911-C664F181BE0F}" dt="2026-06-14T08:16:05.127" v="834" actId="1076"/>
        <pc:sldMkLst>
          <pc:docMk/>
          <pc:sldMk cId="2040838702" sldId="266"/>
        </pc:sldMkLst>
        <pc:picChg chg="add mod modCrop">
          <ac:chgData name="映潔 吳" userId="ce8478969c818b5d" providerId="LiveId" clId="{02718E11-8C50-4BF9-8911-C664F181BE0F}" dt="2026-06-14T08:16:05.127" v="834" actId="1076"/>
          <ac:picMkLst>
            <pc:docMk/>
            <pc:sldMk cId="2040838702" sldId="266"/>
            <ac:picMk id="3" creationId="{60E4581A-6BF8-20FF-7991-797E72FE5654}"/>
          </ac:picMkLst>
        </pc:picChg>
      </pc:sldChg>
      <pc:sldChg chg="addSp modSp add mod">
        <pc:chgData name="映潔 吳" userId="ce8478969c818b5d" providerId="LiveId" clId="{02718E11-8C50-4BF9-8911-C664F181BE0F}" dt="2026-06-14T08:15:05.557" v="829" actId="1076"/>
        <pc:sldMkLst>
          <pc:docMk/>
          <pc:sldMk cId="447743623" sldId="267"/>
        </pc:sldMkLst>
        <pc:picChg chg="add mod modCrop">
          <ac:chgData name="映潔 吳" userId="ce8478969c818b5d" providerId="LiveId" clId="{02718E11-8C50-4BF9-8911-C664F181BE0F}" dt="2026-06-14T08:15:05.557" v="829" actId="1076"/>
          <ac:picMkLst>
            <pc:docMk/>
            <pc:sldMk cId="447743623" sldId="267"/>
            <ac:picMk id="3" creationId="{5404BADE-A680-0A74-8DD5-3801F91A2C89}"/>
          </ac:picMkLst>
        </pc:picChg>
      </pc:sldChg>
      <pc:sldChg chg="addSp modSp add mod">
        <pc:chgData name="映潔 吳" userId="ce8478969c818b5d" providerId="LiveId" clId="{02718E11-8C50-4BF9-8911-C664F181BE0F}" dt="2026-06-14T08:15:30.080" v="831" actId="1076"/>
        <pc:sldMkLst>
          <pc:docMk/>
          <pc:sldMk cId="1217901577" sldId="268"/>
        </pc:sldMkLst>
        <pc:picChg chg="add mod modCrop">
          <ac:chgData name="映潔 吳" userId="ce8478969c818b5d" providerId="LiveId" clId="{02718E11-8C50-4BF9-8911-C664F181BE0F}" dt="2026-06-14T08:15:30.080" v="831" actId="1076"/>
          <ac:picMkLst>
            <pc:docMk/>
            <pc:sldMk cId="1217901577" sldId="268"/>
            <ac:picMk id="3" creationId="{A4307F2D-00C9-0DB6-95E7-CA07AE37E20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2D60-C997-4059-9B2E-4DF1C7679F89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ADD85-6A6E-4C1E-A4FA-C0EA4BD8196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380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powerbi.com/view?r=eyJrIjoiMDA3Nzg3ZTItNWM1My00YTZlLTgwN2MtMWM4NTJiYzg3OTIyIiwidCI6IjQ1NmIwZjQ0LWMyNjItNDNjMC1hZGM2LWUzN2MwNTVhZWNkMCIsImMiOjEwfQ%3D%3D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113279"/>
            <a:ext cx="11785600" cy="980123"/>
          </a:xfrm>
        </p:spPr>
        <p:txBody>
          <a:bodyPr>
            <a:noAutofit/>
          </a:bodyPr>
          <a:lstStyle/>
          <a:p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台灣零售營業額指數與</a:t>
            </a:r>
            <a:r>
              <a:rPr lang="en-US" altLang="zh-TW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</a:t>
            </a:r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連動性分析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0" y="3764599"/>
            <a:ext cx="4368800" cy="492442"/>
          </a:xfrm>
        </p:spPr>
        <p:txBody>
          <a:bodyPr>
            <a:normAutofit/>
          </a:bodyPr>
          <a:lstStyle/>
          <a:p>
            <a:r>
              <a:rPr lang="en-US" altLang="zh-TW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112111102</a:t>
            </a: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吳映潔</a:t>
            </a:r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9F402B-BFCB-EA39-B0D0-7288211F8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934FCFF7-C164-ED12-F33D-A6B8CB295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1680" y="2505789"/>
            <a:ext cx="8168640" cy="1846422"/>
          </a:xfrm>
        </p:spPr>
        <p:txBody>
          <a:bodyPr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零售營業額可反映市場消費狀況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代表整體物價變化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傳統報表難以同時分析時間、產業與價格因素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希望透過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建立互動式儀表板，分析兩者之關聯</a:t>
            </a: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8929D3E-7B81-B6C9-32A0-E1957C4BCB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2CFC3C-FBB7-BEA8-3F4C-290BA07D312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68EFC-32B3-7289-464F-BFDBE66E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DBC3311F-D211-BAD2-676E-71C9A24EC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7240" y="1644295"/>
            <a:ext cx="5557520" cy="1387336"/>
          </a:xfrm>
        </p:spPr>
        <p:txBody>
          <a:bodyPr>
            <a:noAutofit/>
          </a:bodyPr>
          <a:lstStyle/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資料與工具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政府開放資料（經濟部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主計總處）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endParaRPr lang="zh-TW" altLang="en-US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9C20DFD-10D3-9A94-59F9-8B5E8EDDF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43845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研究方法與達成標準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1BFF8266-0591-C63C-461B-F603835BBC5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副標題 2">
            <a:extLst>
              <a:ext uri="{FF2B5EF4-FFF2-40B4-BE49-F238E27FC236}">
                <a16:creationId xmlns:a16="http://schemas.microsoft.com/office/drawing/2014/main" id="{FFF0FE57-8B9E-6484-D27B-57638D55EF84}"/>
              </a:ext>
            </a:extLst>
          </p:cNvPr>
          <p:cNvSpPr txBox="1">
            <a:spLocks/>
          </p:cNvSpPr>
          <p:nvPr/>
        </p:nvSpPr>
        <p:spPr>
          <a:xfrm>
            <a:off x="1557152" y="3428081"/>
            <a:ext cx="4169022" cy="26680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分析方法</a:t>
            </a:r>
            <a:endParaRPr lang="en-US" altLang="zh-TW" sz="2800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時序分析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Pearson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YoY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年增率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實質化修正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時間序列預測</a:t>
            </a:r>
          </a:p>
        </p:txBody>
      </p:sp>
      <p:sp>
        <p:nvSpPr>
          <p:cNvPr id="8" name="副標題 2">
            <a:extLst>
              <a:ext uri="{FF2B5EF4-FFF2-40B4-BE49-F238E27FC236}">
                <a16:creationId xmlns:a16="http://schemas.microsoft.com/office/drawing/2014/main" id="{6D85E43B-1BF6-73A9-F7A5-14C2071FC9AD}"/>
              </a:ext>
            </a:extLst>
          </p:cNvPr>
          <p:cNvSpPr txBox="1">
            <a:spLocks/>
          </p:cNvSpPr>
          <p:nvPr/>
        </p:nvSpPr>
        <p:spPr>
          <a:xfrm>
            <a:off x="6465828" y="3427163"/>
            <a:ext cx="4169022" cy="28482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達成成果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與零售指數關聯分析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各零售通路比較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名目營業額比較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趨勢預測模型</a:t>
            </a:r>
          </a:p>
        </p:txBody>
      </p:sp>
    </p:spTree>
    <p:extLst>
      <p:ext uri="{BB962C8B-B14F-4D97-AF65-F5344CB8AC3E}">
        <p14:creationId xmlns:p14="http://schemas.microsoft.com/office/powerpoint/2010/main" val="663800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11F01-AD10-7662-CB7A-305635CE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4E6F712-69C6-4E82-FE82-26F958DD0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E1452788-D89F-7690-B7B0-05058DCBADCB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86CB18BA-52FD-7495-232B-C44A1C8C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09"/>
          <a:stretch>
            <a:fillRect/>
          </a:stretch>
        </p:blipFill>
        <p:spPr>
          <a:xfrm>
            <a:off x="2041401" y="1360666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629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0A857C-39C4-87D4-DA50-CD0D7443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D49023E7-F124-8FB7-88DA-83BA3DAA8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40BC236-5A03-7B21-8AE0-7C38CF38EF8F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AB04FBD2-9E8F-240F-C77A-AF99EEB4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56"/>
          <a:stretch>
            <a:fillRect/>
          </a:stretch>
        </p:blipFill>
        <p:spPr>
          <a:xfrm>
            <a:off x="2049021" y="1363459"/>
            <a:ext cx="8093958" cy="54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60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8DDA1-4098-6983-8BBB-B2F7ABE62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B7CA519-F415-D7DD-1194-762A8111E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2D2F776-B182-CAD3-6C06-BD5ECEB2F782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5404BADE-A680-0A74-8DD5-3801F91A2C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00"/>
          <a:stretch>
            <a:fillRect/>
          </a:stretch>
        </p:blipFill>
        <p:spPr>
          <a:xfrm>
            <a:off x="2039813" y="1363841"/>
            <a:ext cx="8112373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74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23532F-7DE5-7C4F-5D94-9A7B6A769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73620D54-8825-F62C-825C-9ADD83B7D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D47F2-ACCF-DC2E-7DE4-6E624028A673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4307F2D-00C9-0DB6-95E7-CA07AE37E2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20"/>
          <a:stretch>
            <a:fillRect/>
          </a:stretch>
        </p:blipFill>
        <p:spPr>
          <a:xfrm>
            <a:off x="2050397" y="1355374"/>
            <a:ext cx="8091206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1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C7990-210B-006B-3603-2ECCCF76C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1A8955B-22FA-1F47-F0CE-A8593E833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197744-F576-F988-75D5-ACB528F9B6B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60E4581A-6BF8-20FF-7991-797E72FE56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099"/>
          <a:stretch>
            <a:fillRect/>
          </a:stretch>
        </p:blipFill>
        <p:spPr>
          <a:xfrm>
            <a:off x="2041401" y="1351522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3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B73F6-170D-304E-52BD-4FD6A9E6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1997A9D-AC90-2FC0-3028-677DD97D1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實際操作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3EEB0-80AE-CDC2-BB6F-5A4173B5A81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2B10AE-CC96-C7BB-767E-C3DDD6CBA435}"/>
              </a:ext>
            </a:extLst>
          </p:cNvPr>
          <p:cNvSpPr txBox="1"/>
          <p:nvPr/>
        </p:nvSpPr>
        <p:spPr>
          <a:xfrm>
            <a:off x="3048000" y="28288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https://app.powerbi.com/view?r=eyJrIjoiMDA3Nzg3ZTItNWM1My00YTZlLTgwN2MtMWM4NTJiYzg3OTIyIiwidCI6IjQ1NmIwZjQ0LWMyNjItNDNjMC1hZGM2LWUzN2MwNTVhZWNkMCIsImMiOjEwfQ%3D%3D</a:t>
            </a:r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5778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800BB-5565-D1A8-CA09-77827450D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6D9DCCD-B774-36A1-26EF-1BC6477C1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en-US" altLang="zh-TW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 </a:t>
            </a:r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版本紀錄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16DB3C5-2469-5463-A7D6-AF659F949A25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圖片 3">
            <a:extLst>
              <a:ext uri="{FF2B5EF4-FFF2-40B4-BE49-F238E27FC236}">
                <a16:creationId xmlns:a16="http://schemas.microsoft.com/office/drawing/2014/main" id="{C48C038B-D5FF-98D4-A29A-1FDD5C9D4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590" y="1503415"/>
            <a:ext cx="9150820" cy="513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122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289</Words>
  <Application>Microsoft Office PowerPoint</Application>
  <PresentationFormat>寬螢幕</PresentationFormat>
  <Paragraphs>31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Aptos</vt:lpstr>
      <vt:lpstr>Aptos Display</vt:lpstr>
      <vt:lpstr>Arial</vt:lpstr>
      <vt:lpstr>Office 佈景主題</vt:lpstr>
      <vt:lpstr>台灣零售營業額指數與CPI連動性分析</vt:lpstr>
      <vt:lpstr>動機</vt:lpstr>
      <vt:lpstr>研究方法與達成標準</vt:lpstr>
      <vt:lpstr>實作截圖</vt:lpstr>
      <vt:lpstr>實作截圖</vt:lpstr>
      <vt:lpstr>實作截圖</vt:lpstr>
      <vt:lpstr>實作截圖</vt:lpstr>
      <vt:lpstr>實作截圖</vt:lpstr>
      <vt:lpstr>實際操作</vt:lpstr>
      <vt:lpstr>GIT 版本紀錄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2026-06-16T01:21:47Z</dcterms:modified>
</cp:coreProperties>
</file>